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Maven Pro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bold.fntdata"/><Relationship Id="rId14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76041cd65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76041cd65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76041cd65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76041cd65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76041cd65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76041cd65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580200" y="2099325"/>
            <a:ext cx="47757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         Blackbox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~ gamify your life</a:t>
            </a:r>
            <a:endParaRPr/>
          </a:p>
        </p:txBody>
      </p:sp>
      <p:pic>
        <p:nvPicPr>
          <p:cNvPr id="278" name="Google Shape;27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675" y="986075"/>
            <a:ext cx="1295775" cy="1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3183425" y="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How It works</a:t>
            </a:r>
            <a:endParaRPr/>
          </a:p>
        </p:txBody>
      </p:sp>
      <p:pic>
        <p:nvPicPr>
          <p:cNvPr id="284" name="Google Shape;2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75" y="2399250"/>
            <a:ext cx="8888452" cy="83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75" y="506325"/>
            <a:ext cx="2716450" cy="12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3183425" y="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How It works</a:t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00" y="716175"/>
            <a:ext cx="1983250" cy="426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8675" y="716175"/>
            <a:ext cx="2090399" cy="430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6500" y="716175"/>
            <a:ext cx="2176900" cy="43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2884600" y="795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Technologies used 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1453200" y="1597875"/>
            <a:ext cx="12207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o"/>
              <a:t>Backend</a:t>
            </a:r>
            <a:endParaRPr/>
          </a:p>
        </p:txBody>
      </p:sp>
      <p:sp>
        <p:nvSpPr>
          <p:cNvPr id="300" name="Google Shape;300;p16"/>
          <p:cNvSpPr txBox="1"/>
          <p:nvPr>
            <p:ph idx="1" type="body"/>
          </p:nvPr>
        </p:nvSpPr>
        <p:spPr>
          <a:xfrm>
            <a:off x="6175000" y="1597875"/>
            <a:ext cx="17133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o"/>
              <a:t>Frontend</a:t>
            </a:r>
            <a:endParaRPr/>
          </a:p>
        </p:txBody>
      </p:sp>
      <p:pic>
        <p:nvPicPr>
          <p:cNvPr id="301" name="Google Shape;3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200" y="2328925"/>
            <a:ext cx="1462702" cy="89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0700" y="3106550"/>
            <a:ext cx="2345699" cy="17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0650" y="2016850"/>
            <a:ext cx="1109800" cy="11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5500" y="3169238"/>
            <a:ext cx="1644100" cy="164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523" y="688550"/>
            <a:ext cx="1733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